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presentación no resume los documentos de las entregas: se armó leyendo el código que hay hoy en el repositorio. Donde el documento y el código no coinciden, manda el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lámina equivalente a la del curso. La diferencia con el ejemplo del CMS está en la naturaleza de los requerimientos: los nuestros son transaccionales, no de publicación de contenido.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requerimiento de la lámina anterior responde a uno de estos cinco problemas. Ninguno se invento: salen del diagnóstico de la Entrega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seis requerimientos están implementados. La columna derecha es la ruta real; se puede abrir en la aplicación y comprobar.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punto de la presentación: el sistema creció por encima de lo que el documento de requerimientos describía. Por eso conviene revisar el código y no solo el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el profesor pregunta por qué no se usó WordPress: por las cinco líneas de la derecha. Son transaccionales y un CMS no las cubre.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estas cifras se contaron ejecutando comandos sobre el repositorio: route:list, conteo de archivos y la salida de php artisan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número 112 no es una estimación: es la salida de php artisan test del día en que se armó esta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recordando que el Paso 1 no termina en un documento: termina en un sistema que se puede abrir, usar y comprobar.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VetPetSurco/b8d13659-c8d7-578f-913d-52522fae5ff2/scratchpad/ppt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212848"/>
            <a:ext cx="1234440" cy="12344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14600" y="197510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2514600" y="2432304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Identificar la necesidad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2514600" y="3310128"/>
            <a:ext cx="8595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necesitaba el negocio, qué se decidió construir y qué existe hoy en el repositorio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52578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VetPet Surco E.I.R.L.  ·  VetPet Connect  ·  Modelo B2C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E-business  ·  Equipo 4  ·  Lima, Perú —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necesidad, en una lámina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negocio pedía y a qué conclusión llevó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64208"/>
            <a:ext cx="5029200" cy="4114800"/>
          </a:xfrm>
          <a:prstGeom prst="roundRect">
            <a:avLst>
              <a:gd name="adj" fmla="val 1111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0976" y="1847088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Requerimientos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87552" y="2505456"/>
            <a:ext cx="100584" cy="10058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25296" y="239572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en línea de productos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87552" y="2907792"/>
            <a:ext cx="100584" cy="10058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25296" y="279806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Carrito con stock real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87552" y="3310128"/>
            <a:ext cx="100584" cy="10058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25296" y="32004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Suscripción mensual recurrente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87552" y="3712464"/>
            <a:ext cx="100584" cy="10058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25296" y="3602736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citas sin cruces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87552" y="4114800"/>
            <a:ext cx="100584" cy="10058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25296" y="400507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clínica digital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87552" y="4517136"/>
            <a:ext cx="100584" cy="10058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25296" y="44074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Recordatorios automáticos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987552" y="4919472"/>
            <a:ext cx="100584" cy="10058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225296" y="480974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en tiempo real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987552" y="5321808"/>
            <a:ext cx="100584" cy="10058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25296" y="521208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por rol del personal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815584" y="3218688"/>
            <a:ext cx="93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5600" dirty="0"/>
          </a:p>
        </p:txBody>
      </p:sp>
      <p:sp>
        <p:nvSpPr>
          <p:cNvPr id="23" name="Shape 21"/>
          <p:cNvSpPr/>
          <p:nvPr/>
        </p:nvSpPr>
        <p:spPr>
          <a:xfrm>
            <a:off x="6784848" y="1664208"/>
            <a:ext cx="4754880" cy="4114800"/>
          </a:xfrm>
          <a:prstGeom prst="roundRect">
            <a:avLst>
              <a:gd name="adj" fmla="val 1111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5744" y="184708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</a:t>
            </a:r>
            <a:endParaRPr lang="en-US" sz="2100" dirty="0"/>
          </a:p>
        </p:txBody>
      </p:sp>
      <p:sp>
        <p:nvSpPr>
          <p:cNvPr id="25" name="Text 23"/>
          <p:cNvSpPr txBox="1"/>
          <p:nvPr/>
        </p:nvSpPr>
        <p:spPr>
          <a:xfrm>
            <a:off x="7095744" y="2340864"/>
            <a:ext cx="4133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requiere desarrollar a medida una plataforma de comercio electrónico B2C con lógica transaccional propia.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7095744" y="3346704"/>
            <a:ext cx="4133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gestor de contenidos habría resuelto las páginas institucionales, pero no descontar stock dentro de una transacción, impedir dos citas a la misma hora ni congelar el precio de un pedido ya emitido.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095744" y="4846320"/>
            <a:ext cx="41330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del negocio se hacen cumplir en el motor de datos, no solo en la aplicación.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dónde sale cada requerimiento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problemas observados en la operación actual de VetPet Surco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73936"/>
            <a:ext cx="402336" cy="402336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17007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Citas por teléfono y WhatsApp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303520" y="1682496"/>
            <a:ext cx="6263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cruzan los horarios y se pierden clientes que no logran comunicarse.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402336" cy="402336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25296" y="257860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Fichas clínicas de cartón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2560320"/>
            <a:ext cx="6263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información se pierde y no puede consultarse de forma remota.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529584"/>
            <a:ext cx="402336" cy="402336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5295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25296" y="345643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en un cuaderno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3438144"/>
            <a:ext cx="6263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Quiebres de stock en alimento y sobre-stock en productos de baja rotación.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407408"/>
            <a:ext cx="402336" cy="402336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407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25296" y="433425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canal de venta en línea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4315968"/>
            <a:ext cx="6263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ingresos dependen del tráfico peatonal y son muy inestables.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285232"/>
            <a:ext cx="402336" cy="402336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5285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25296" y="521208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recordatorios al cliente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303520" y="5193792"/>
            <a:ext cx="6263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olvidan vacunas y recompras: cae la fidelización.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6089904"/>
            <a:ext cx="10911535" cy="512064"/>
          </a:xfrm>
          <a:prstGeom prst="roundRect">
            <a:avLst>
              <a:gd name="adj" fmla="val 8929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6089904"/>
            <a:ext cx="1032631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falta de tecnología impide capturar el gasto recurrente del dueño de mascota y ata el crecimiento a la capacidad física del local.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seis requerimientos funcionales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la ruta de la aplicación donde cada uno está funcionando hoy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00784"/>
            <a:ext cx="10911535" cy="694944"/>
          </a:xfrm>
          <a:prstGeom prst="roundRect">
            <a:avLst>
              <a:gd name="adj" fmla="val 6579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1874520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1874520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901952" y="1700784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con roles estrictos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0" y="1700784"/>
            <a:ext cx="4114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/ingresar  ·  middleware rol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911535" cy="694944"/>
          </a:xfrm>
          <a:prstGeom prst="roundRect">
            <a:avLst>
              <a:gd name="adj" fmla="val 6579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" y="2660904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7824" y="2660904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RF-02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901952" y="2487168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y carrito de compras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2487168"/>
            <a:ext cx="4114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/app/catalogo  ·  /app/carrito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273552"/>
            <a:ext cx="10911535" cy="694944"/>
          </a:xfrm>
          <a:prstGeom prst="roundRect">
            <a:avLst>
              <a:gd name="adj" fmla="val 6579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7824" y="3447288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7824" y="3447288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901952" y="3273552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Suscripción mensual recurrente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3273552"/>
            <a:ext cx="4114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/app/mascotas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059936"/>
            <a:ext cx="10911535" cy="694944"/>
          </a:xfrm>
          <a:prstGeom prst="roundRect">
            <a:avLst>
              <a:gd name="adj" fmla="val 6579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77824" y="4233672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7824" y="4233672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RF-04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901952" y="40599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citas sin cruces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059936"/>
            <a:ext cx="4114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/app/citas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846320"/>
            <a:ext cx="10911535" cy="694944"/>
          </a:xfrm>
          <a:prstGeom prst="roundRect">
            <a:avLst>
              <a:gd name="adj" fmla="val 6579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77824" y="5020056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7824" y="5020056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RF-05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901952" y="484632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clínica y alertas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0" y="4846320"/>
            <a:ext cx="4114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/app/clinica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632704"/>
            <a:ext cx="10911535" cy="694944"/>
          </a:xfrm>
          <a:prstGeom prst="roundRect">
            <a:avLst>
              <a:gd name="adj" fmla="val 6579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7824" y="5806440"/>
            <a:ext cx="859536" cy="347472"/>
          </a:xfrm>
          <a:prstGeom prst="roundRect">
            <a:avLst>
              <a:gd name="adj" fmla="val 13157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7824" y="5806440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RF-06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901952" y="5632704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en tiempo real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5632704"/>
            <a:ext cx="4114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7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/app/admin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30936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25 rutas con nombre salen de php artisan route:list, no del documento de la entrega.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se implementó de más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Capacidades que hoy existen en el código y que ningún requerimiento original pedía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29914" cy="1883664"/>
          </a:xfrm>
          <a:prstGeom prst="roundRect">
            <a:avLst>
              <a:gd name="adj" fmla="val 2427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93392"/>
            <a:ext cx="420624" cy="42062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87168"/>
            <a:ext cx="28812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Registro de cuenta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072384"/>
            <a:ext cx="28812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crea su propia cuenta. El RF-01 solo hablaba de iniciar sesión.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80890" y="1737360"/>
            <a:ext cx="3429914" cy="1883664"/>
          </a:xfrm>
          <a:prstGeom prst="roundRect">
            <a:avLst>
              <a:gd name="adj" fmla="val 2427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55210" y="1993392"/>
            <a:ext cx="420624" cy="42062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55210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55210" y="2487168"/>
            <a:ext cx="28812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 de productos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55210" y="3072384"/>
            <a:ext cx="28812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administrador registra productos desde el dashboard. No figuraba en ningún RF.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21701" y="1737360"/>
            <a:ext cx="3429914" cy="1883664"/>
          </a:xfrm>
          <a:prstGeom prst="roundRect">
            <a:avLst>
              <a:gd name="adj" fmla="val 2427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96021" y="1993392"/>
            <a:ext cx="420624" cy="42062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96021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96021" y="2487168"/>
            <a:ext cx="28812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Ciclo de estados del pedido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96021" y="3072384"/>
            <a:ext cx="28812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→ PAGADO → ENVIADO → ENTREGADO, sin saltarse pasos.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840480"/>
            <a:ext cx="3429914" cy="1883664"/>
          </a:xfrm>
          <a:prstGeom prst="roundRect">
            <a:avLst>
              <a:gd name="adj" fmla="val 2427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096512"/>
            <a:ext cx="420624" cy="42062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096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4590288"/>
            <a:ext cx="28812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Desenlace de la cita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175504"/>
            <a:ext cx="28812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ATENDIDA, CANCELADA o NO_ASISTIO. El RF-04 solo pedía reservarla.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80890" y="3840480"/>
            <a:ext cx="3429914" cy="1883664"/>
          </a:xfrm>
          <a:prstGeom prst="roundRect">
            <a:avLst>
              <a:gd name="adj" fmla="val 2427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55210" y="4096512"/>
            <a:ext cx="420624" cy="42062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655210" y="4096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655210" y="4590288"/>
            <a:ext cx="28812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Pausar y cancelar el plan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655210" y="5175504"/>
            <a:ext cx="28812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gobierna su suscripción. El RF-03 solo hablaba de contratarla.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21701" y="3840480"/>
            <a:ext cx="3429914" cy="1883664"/>
          </a:xfrm>
          <a:prstGeom prst="roundRect">
            <a:avLst>
              <a:gd name="adj" fmla="val 2427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96021" y="4096512"/>
            <a:ext cx="420624" cy="42062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96021" y="4096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396021" y="4590288"/>
            <a:ext cx="28812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inventario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396021" y="5175504"/>
            <a:ext cx="28812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estados, no una simple alerta: ROJO, ÁMBAR y VERDE.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no bastaba un gestor de contenidos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mitad institucional sí la habría cubierto; la otra mitad, no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49240" cy="3840480"/>
          </a:xfrm>
          <a:prstGeom prst="roundRect">
            <a:avLst>
              <a:gd name="adj" fmla="val 1190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0976" y="192024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un CMS sí resuelve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2450592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inicio e información de la empresa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92608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292608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productos y servicios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3401568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16736" y="340156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de noticias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877056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87705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contacto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4352544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16736" y="435254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usuarios del sitio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4828032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48280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y edición de contenidos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73952" y="1737360"/>
            <a:ext cx="5074920" cy="3840480"/>
          </a:xfrm>
          <a:prstGeom prst="roundRect">
            <a:avLst>
              <a:gd name="adj" fmla="val 1190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84848" y="1920240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ningún CMS resuelve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803136" y="2450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150608" y="24505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Descontar stock dentro de una transacción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150608" y="27249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las filas bloqueadas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803136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150608" y="305409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Impedir dos citas a la misma hora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50608" y="332841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una restricción del motor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803136" y="3657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50608" y="3657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Congelar el precio de un pedido emitido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7150608" y="3931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aunque cambie el catálogo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803136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50608" y="426110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Revertir una compra entera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7150608" y="453542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una sola línea no tiene stock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803136" y="4864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150608" y="48646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el despacho recurrente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7150608" y="51389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medir el ingreso que produce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30936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páginas institucionales existen igual, resueltas con Blade, porque el resto obligaba a desarrollo propio de todas formas.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5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4980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existe hoy en el repositorio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4475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contadas del código, no del documento de la entrega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39696"/>
            <a:ext cx="24947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18688"/>
            <a:ext cx="2494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rutas con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445688" y="2139696"/>
            <a:ext cx="24947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3445688" y="3218688"/>
            <a:ext cx="2494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con sus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51296" y="2139696"/>
            <a:ext cx="24947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6251296" y="3218688"/>
            <a:ext cx="2494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 negocio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implementadas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056903" y="2139696"/>
            <a:ext cx="249471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</a:t>
            </a:r>
            <a:endParaRPr lang="en-US" sz="6000" dirty="0"/>
          </a:p>
        </p:txBody>
      </p:sp>
      <p:sp>
        <p:nvSpPr>
          <p:cNvPr id="11" name="Text 9"/>
          <p:cNvSpPr txBox="1"/>
          <p:nvPr/>
        </p:nvSpPr>
        <p:spPr>
          <a:xfrm>
            <a:off x="9056903" y="3218688"/>
            <a:ext cx="2494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automatizadas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261104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modelos · 9 enums · 5 servicios de dominio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4261104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lógica del negocio, separada de los controladores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86460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vistas Blade · 9 controladores · 6 Form Requests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486460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institucional y los módulos de los tres roles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46811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servicios en Docker: Apache, MySQL y MailHog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5468112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8.2 sobre Apache, con HTTPS y correo de prueba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se comprueba que quedó cubierta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basta con afirmarlo: la suite lo ejecuta contra una base de datos real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73936"/>
            <a:ext cx="3417722" cy="3383280"/>
          </a:xfrm>
          <a:prstGeom prst="roundRect">
            <a:avLst>
              <a:gd name="adj" fmla="val 1351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56816"/>
            <a:ext cx="28690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80944"/>
            <a:ext cx="28690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pruebas pasan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493008"/>
            <a:ext cx="286908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Ejecutadas contra MySQL, no contra SQLite: las restricciones CHECK y UNIQUE solo existen en el motor de datos.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6986" y="1773936"/>
            <a:ext cx="3417722" cy="3383280"/>
          </a:xfrm>
          <a:prstGeom prst="roundRect">
            <a:avLst>
              <a:gd name="adj" fmla="val 1351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1306" y="1956816"/>
            <a:ext cx="28690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271</a:t>
            </a:r>
            <a:endParaRPr lang="en-US" sz="5600" dirty="0"/>
          </a:p>
        </p:txBody>
      </p:sp>
      <p:sp>
        <p:nvSpPr>
          <p:cNvPr id="10" name="Text 8"/>
          <p:cNvSpPr txBox="1"/>
          <p:nvPr/>
        </p:nvSpPr>
        <p:spPr>
          <a:xfrm>
            <a:off x="4661306" y="2980944"/>
            <a:ext cx="28690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aserciones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61306" y="3493008"/>
            <a:ext cx="286908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regla que vive en dos capas se comprueba en las dos: el servicio lanza su excepción y el motor rechaza el dato.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3893" y="1773936"/>
            <a:ext cx="3417722" cy="3383280"/>
          </a:xfrm>
          <a:prstGeom prst="roundRect">
            <a:avLst>
              <a:gd name="adj" fmla="val 1351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08213" y="1956816"/>
            <a:ext cx="28690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5600" dirty="0"/>
          </a:p>
        </p:txBody>
      </p:sp>
      <p:sp>
        <p:nvSpPr>
          <p:cNvPr id="14" name="Text 12"/>
          <p:cNvSpPr txBox="1"/>
          <p:nvPr/>
        </p:nvSpPr>
        <p:spPr>
          <a:xfrm>
            <a:off x="8408213" y="2980944"/>
            <a:ext cx="28690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reglas cubiertas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408213" y="3493008"/>
            <a:ext cx="286908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RN-01 a RN-20, cada prueba lleva el código de la regla en su propio nombre.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413248"/>
            <a:ext cx="10911535" cy="768096"/>
          </a:xfrm>
          <a:prstGeom prst="roundRect">
            <a:avLst>
              <a:gd name="adj" fmla="val 5952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0976" y="5413248"/>
            <a:ext cx="10289743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5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Además, un navegador recorre la aplicación levantada y las capturas anotadas se generan desde el DOM, señalando sobre cada control la regla que aplica.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resumen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4241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necesidad identificada en el Paso 1, y dónde quedó resuelta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73936"/>
            <a:ext cx="10911535" cy="896112"/>
          </a:xfrm>
          <a:prstGeom prst="roundRect">
            <a:avLst>
              <a:gd name="adj" fmla="val 5102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0976" y="1773936"/>
            <a:ext cx="2286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necesidad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773936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Vender en línea, ordenar la agenda y digitalizar la historia clínica de un negocio que operaba en papel.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798064"/>
            <a:ext cx="10911535" cy="896112"/>
          </a:xfrm>
          <a:prstGeom prst="roundRect">
            <a:avLst>
              <a:gd name="adj" fmla="val 5102"/>
            </a:avLst>
          </a:prstGeom>
          <a:solidFill>
            <a:srgbClr val="14524A"/>
          </a:solidFill>
          <a:ln w="12700">
            <a:solidFill>
              <a:srgbClr val="1452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50976" y="2798064"/>
            <a:ext cx="2286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decisión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798064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a medida, no un gestor de contenidos: los requerimientos son transaccionales.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822192"/>
            <a:ext cx="10911535" cy="896112"/>
          </a:xfrm>
          <a:prstGeom prst="roundRect">
            <a:avLst>
              <a:gd name="adj" fmla="val 5102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50976" y="3822192"/>
            <a:ext cx="2286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construido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382219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aplicación Laravel sobre PHP 8.2 y MySQL, con los módulos de los tres roles y 20 reglas de negocio.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846320"/>
            <a:ext cx="10911535" cy="896112"/>
          </a:xfrm>
          <a:prstGeom prst="roundRect">
            <a:avLst>
              <a:gd name="adj" fmla="val 5102"/>
            </a:avLst>
          </a:prstGeom>
          <a:solidFill>
            <a:srgbClr val="EEF5F1"/>
          </a:solidFill>
          <a:ln w="12700">
            <a:solidFill>
              <a:srgbClr val="D9E5D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50976" y="4846320"/>
            <a:ext cx="2286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prueba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846320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pruebas automatizadas contra base de datos real, y un recorrido de navegador sobre la aplicación.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0936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4  ·  Curso de E-business  ·  VetPet Surco E.I.R.L.  ·  Lima,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VetPet Surco E.I.R.L.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Paso 1. Identificar la necesidad - VetPet Connect</dc:title>
  <dc:subject>PptxGenJS Presentation</dc:subject>
  <dc:creator>Equipo 4 - Curso de E-business</dc:creator>
  <cp:lastModifiedBy>Equipo 4 - Curso de E-business</cp:lastModifiedBy>
  <cp:revision>1</cp:revision>
  <dcterms:created xsi:type="dcterms:W3CDTF">2026-09-29T00:57:21Z</dcterms:created>
  <dcterms:modified xsi:type="dcterms:W3CDTF">2026-09-29T00:57:21Z</dcterms:modified>
</cp:coreProperties>
</file>