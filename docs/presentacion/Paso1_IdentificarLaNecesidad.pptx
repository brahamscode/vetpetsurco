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presentación no resume los documentos de las entregas: se armó leyendo el código que hay hoy en el repositorio. Donde el documento y el código no coinciden, manda el código.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lámina equivalente a la del curso. La diferencia con el ejemplo del CMS está en la naturaleza de los requerimientos: los nuestros son transaccionales, no de publicación de contenido.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requerimiento de la lámina anterior responde a uno de estos cinco problemas. Ninguno se invento: salen del diagnóstico de la Entrega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seis requerimientos están implementados. La columna derecha es la ruta real; se puede abrir en la aplicación y comprobar.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punto de la presentación: el sistema creció por encima de lo que el documento de requerimientos describía. Por eso conviene revisar el código y no solo el documento.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el profesor pregunta por qué no se usó WordPress: por las cinco líneas de la derecha. Son transaccionales y un CMS no las cubre.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estas cifras se contaron ejecutando comandos sobre el repositorio: route:list, conteo de archivos y la salida de php artisan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número 133 no es una estimación: es la salida de php artisan test. Subió de 112 a 133 cuando entraron la pasarela de pagos y el despacho automático de suscripciones.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recordando que el Paso 1 no termina en un documento: termina en un sistema que se puede abrir, usar y comprobar.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VetPetSurco/b8d13659-c8d7-578f-913d-52522fae5ff2/scratchpad/ppt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12848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514600" y="1975104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2000" dirty="0"/>
          </a:p>
        </p:txBody>
      </p:sp>
      <p:sp>
        <p:nvSpPr>
          <p:cNvPr id="4" name="Text 1"/>
          <p:cNvSpPr txBox="1"/>
          <p:nvPr/>
        </p:nvSpPr>
        <p:spPr>
          <a:xfrm>
            <a:off x="2514600" y="2432304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Identificar la necesidad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514600" y="3310128"/>
            <a:ext cx="8595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necesitaba el negocio, qué se decidió construir y qué existe hoy en el repositorio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Surco E.I.R.L.  ·  VetPet Connect  ·  Modelo B2C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E-business  ·  Equipo 4  ·  Lima, Perú —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necesidad, en una lámina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negocio pedía y a qué conclusión llevó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5029200" cy="4114800"/>
          </a:xfrm>
          <a:prstGeom prst="roundRect">
            <a:avLst>
              <a:gd name="adj" fmla="val 1111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" y="184708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87552" y="2450592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25296" y="234086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en línea de productos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87552" y="2852928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25296" y="27432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con stock real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87552" y="3255264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25296" y="314553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recurrente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87552" y="3657600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25296" y="35478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citas sin cruces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87552" y="4059936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25296" y="39502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 digital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87552" y="4462272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25296" y="435254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automáticos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87552" y="4864608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225296" y="47548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en tiempo real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987552" y="5266944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25296" y="515721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en línea del pedido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87552" y="5669280"/>
            <a:ext cx="100584" cy="1005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225296" y="555955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rol del personal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5815584" y="3218688"/>
            <a:ext cx="9326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5600" dirty="0"/>
          </a:p>
        </p:txBody>
      </p:sp>
      <p:sp>
        <p:nvSpPr>
          <p:cNvPr id="25" name="Shape 23"/>
          <p:cNvSpPr/>
          <p:nvPr/>
        </p:nvSpPr>
        <p:spPr>
          <a:xfrm>
            <a:off x="6784848" y="1664208"/>
            <a:ext cx="4754880" cy="4114800"/>
          </a:xfrm>
          <a:prstGeom prst="roundRect">
            <a:avLst>
              <a:gd name="adj" fmla="val 1111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95744" y="184708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7095744" y="2340864"/>
            <a:ext cx="41330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requiere desarrollar a medida una plataforma de comercio electrónico B2C con lógica transaccional propia.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7095744" y="3346704"/>
            <a:ext cx="41330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gestor de contenidos habría resuelto las páginas institucionales, pero no descontar stock dentro de una transacción, impedir dos citas a la misma hora ni congelar el precio de un pedido ya emitido.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7095744" y="4846320"/>
            <a:ext cx="4133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del negocio se hacen cumplir en el motor de datos, no solo en la aplicación.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dónde sale cada requerimiento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problemas observados en la operación actual de VetPet Surco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73936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739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25296" y="170078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Citas por teléfono y WhatsApp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303520" y="1682496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cruzan los horarios y se pierden clientes que no logran comunicarse.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25296" y="25786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clínicas de cartón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2560320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se pierde y no puede consultarse de forma remota.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529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25296" y="345643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en un cuaderno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438144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Quiebres de stock en alimento y sobre-stock en productos de baja rotación.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07408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407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25296" y="43342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canal de venta en línea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4315968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ingresos dependen del tráfico peatonal y son muy inestables.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28523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285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25296" y="521208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recordatorios al cliente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5193792"/>
            <a:ext cx="6263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olvidan vacunas y recompras: cae la fidelización.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6089904"/>
            <a:ext cx="10911535" cy="512064"/>
          </a:xfrm>
          <a:prstGeom prst="roundRect">
            <a:avLst>
              <a:gd name="adj" fmla="val 892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2688" y="6089904"/>
            <a:ext cx="103263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falta de tecnología impide capturar el gasto recurrente del dueño de mascota y ata el crecimiento a la capacidad física del local.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seis requerimientos funcionales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la ruta de la aplicación donde cada uno está funcionando hoy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00784"/>
            <a:ext cx="10911535" cy="694944"/>
          </a:xfrm>
          <a:prstGeom prst="roundRect">
            <a:avLst>
              <a:gd name="adj" fmla="val 657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874520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87452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901952" y="1700784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con roles estrictos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132320" y="1700784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/ingresar  ·  middleware rol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87168"/>
            <a:ext cx="10911535" cy="694944"/>
          </a:xfrm>
          <a:prstGeom prst="roundRect">
            <a:avLst>
              <a:gd name="adj" fmla="val 657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660904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" y="2660904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901952" y="2487168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carrito y cobro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487168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/app/carrito  ·  /app/pedidos/{id}/pagar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73552"/>
            <a:ext cx="10911535" cy="694944"/>
          </a:xfrm>
          <a:prstGeom prst="roundRect">
            <a:avLst>
              <a:gd name="adj" fmla="val 657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3447288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7824" y="3447288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901952" y="3273552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 mensual recurrente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273552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/app/suscripciones  ·  comando diario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10911535" cy="694944"/>
          </a:xfrm>
          <a:prstGeom prst="roundRect">
            <a:avLst>
              <a:gd name="adj" fmla="val 657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4233672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77824" y="4233672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901952" y="4059936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citas sin cruces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059936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/app/citas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846320"/>
            <a:ext cx="10911535" cy="694944"/>
          </a:xfrm>
          <a:prstGeom prst="roundRect">
            <a:avLst>
              <a:gd name="adj" fmla="val 657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" y="5020056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7824" y="5020056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901952" y="4846320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 y alertas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132320" y="4846320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/app/clinica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5632704"/>
            <a:ext cx="10911535" cy="694944"/>
          </a:xfrm>
          <a:prstGeom prst="roundRect">
            <a:avLst>
              <a:gd name="adj" fmla="val 6579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7824" y="5806440"/>
            <a:ext cx="859536" cy="347472"/>
          </a:xfrm>
          <a:prstGeom prst="roundRect">
            <a:avLst>
              <a:gd name="adj" fmla="val 131579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77824" y="5806440"/>
            <a:ext cx="859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901952" y="5632704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en tiempo real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632704"/>
            <a:ext cx="4114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/app/admin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630936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28 rutas con nombre salen de php artisan route:list, no del documento de la entrega.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implementó de más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que hoy existen en el código y que ningún requerimiento original pedía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914" cy="1883664"/>
          </a:xfrm>
          <a:prstGeom prst="roundRect">
            <a:avLst>
              <a:gd name="adj" fmla="val 242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93392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487168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Pasarela de pagos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72384"/>
            <a:ext cx="28812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Cobro en línea con Culqi, detrás de una interfaz que permite cambiar de pasarela.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0890" y="1737360"/>
            <a:ext cx="3429914" cy="1883664"/>
          </a:xfrm>
          <a:prstGeom prst="roundRect">
            <a:avLst>
              <a:gd name="adj" fmla="val 242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5210" y="1993392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521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55210" y="2487168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Despacho automático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55210" y="3072384"/>
            <a:ext cx="28812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comando diario genera el pedido de cada suscripción que vence.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1701" y="1737360"/>
            <a:ext cx="3429914" cy="1883664"/>
          </a:xfrm>
          <a:prstGeom prst="roundRect">
            <a:avLst>
              <a:gd name="adj" fmla="val 242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6021" y="1993392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96021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96021" y="2487168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Registro de cuenta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96021" y="3072384"/>
            <a:ext cx="28812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crea su propia cuenta. El RF-01 solo hablaba de iniciar sesión.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429914" cy="1883664"/>
          </a:xfrm>
          <a:prstGeom prst="roundRect">
            <a:avLst>
              <a:gd name="adj" fmla="val 242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096512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590288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estados del pedido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175504"/>
            <a:ext cx="28812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→ PAGADO → ENVIADO → ENTREGADO, sin saltarse pasos.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0890" y="3840480"/>
            <a:ext cx="3429914" cy="1883664"/>
          </a:xfrm>
          <a:prstGeom prst="roundRect">
            <a:avLst>
              <a:gd name="adj" fmla="val 242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55210" y="4096512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55210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655210" y="4590288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Desenlace de la cita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55210" y="5175504"/>
            <a:ext cx="28812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ATENDIDA, CANCELADA o NO_ASISTIO. El RF-04 solo pedía reservarla.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21701" y="3840480"/>
            <a:ext cx="3429914" cy="1883664"/>
          </a:xfrm>
          <a:prstGeom prst="roundRect">
            <a:avLst>
              <a:gd name="adj" fmla="val 2427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96021" y="4096512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96021" y="4096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396021" y="4590288"/>
            <a:ext cx="28812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Semáforo de inventario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396021" y="5175504"/>
            <a:ext cx="288127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estados, no una simple alerta: ROJO, ÁMBAR y VERDE.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no bastaba un gestor de contenidos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mitad institucional sí la habría cubierto; la otra mitad, no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3840480"/>
          </a:xfrm>
          <a:prstGeom prst="roundRect">
            <a:avLst>
              <a:gd name="adj" fmla="val 1190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" y="1920240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un CMS sí resuelve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69264" y="2450592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245059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inicio e información de la empresa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2926080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16736" y="292608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de productos y servicios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401568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16736" y="340156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de noticias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877056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387705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contacto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4352544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16736" y="435254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usuarios del sitio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828032"/>
            <a:ext cx="310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16736" y="482803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Publicación y edición de contenidos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73952" y="1737360"/>
            <a:ext cx="5074920" cy="3840480"/>
          </a:xfrm>
          <a:prstGeom prst="roundRect">
            <a:avLst>
              <a:gd name="adj" fmla="val 1190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84848" y="192024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ningún CMS resuelve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803136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150608" y="239572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Cobrar con una pasarela real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7150608" y="26700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registrar el resultado del cargo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03136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150608" y="29626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Descontar stock dentro de una transacción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150608" y="32369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las filas bloqueadas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03136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150608" y="352958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Impedir dos citas a la misma hora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7150608" y="38039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una restricción del motor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03136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50608" y="40965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Congelar el precio de un pedido emitido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7150608" y="43708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cambie el catálogo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03136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150608" y="4663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Revertir una compra entera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150608" y="4937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sola línea no tiene stock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6803136" y="5230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150608" y="52303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el despacho recurrente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150608" y="5504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que nadie lo dispare a mano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630936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páginas institucionales existen igual, resueltas con Blade, porque el resto obligaba a desarrollo propio de todas formas.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5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existe hoy en el repositorio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4475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Cifras contadas del código, no del documento de la entrega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39696"/>
            <a:ext cx="24947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18688"/>
            <a:ext cx="2494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con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45688" y="2139696"/>
            <a:ext cx="24947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3445688" y="3218688"/>
            <a:ext cx="2494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con sus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51296" y="2139696"/>
            <a:ext cx="24947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6251296" y="3218688"/>
            <a:ext cx="2494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de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056903" y="2139696"/>
            <a:ext cx="24947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9056903" y="3218688"/>
            <a:ext cx="2494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automatizadas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26110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modelos · 10 enums · 9 excepciones de regla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4261104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lógica del negocio, separada de los controladores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8646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vistas Blade · 10 controladores · Form Requests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4864608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institucional y los módulos de los tres roles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46811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servicios en Docker: Apache, MySQL y MailHog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5468112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 sobre Apache, con HTTPS y correo de prueba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comprueba que quedó cubierta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basta con afirmarlo: la suite lo ejecuta contra una base de datos real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73936"/>
            <a:ext cx="3417722" cy="3383280"/>
          </a:xfrm>
          <a:prstGeom prst="roundRect">
            <a:avLst>
              <a:gd name="adj" fmla="val 1351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56816"/>
            <a:ext cx="28690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133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80944"/>
            <a:ext cx="28690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pruebas pasan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493008"/>
            <a:ext cx="286908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Ejecutadas contra MySQL, no contra SQLite: las restricciones CHECK y UNIQUE solo existen en el motor de datos.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6986" y="1773936"/>
            <a:ext cx="3417722" cy="3383280"/>
          </a:xfrm>
          <a:prstGeom prst="roundRect">
            <a:avLst>
              <a:gd name="adj" fmla="val 1351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1306" y="1956816"/>
            <a:ext cx="28690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336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4661306" y="2980944"/>
            <a:ext cx="28690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aserciones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1306" y="3493008"/>
            <a:ext cx="286908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regla que vive en dos capas se comprueba en las dos: el servicio lanza su excepción y el motor rechaza el dato.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3893" y="1773936"/>
            <a:ext cx="3417722" cy="3383280"/>
          </a:xfrm>
          <a:prstGeom prst="roundRect">
            <a:avLst>
              <a:gd name="adj" fmla="val 1351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8213" y="1956816"/>
            <a:ext cx="286908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600" dirty="0"/>
          </a:p>
        </p:txBody>
      </p:sp>
      <p:sp>
        <p:nvSpPr>
          <p:cNvPr id="14" name="Text 12"/>
          <p:cNvSpPr txBox="1"/>
          <p:nvPr/>
        </p:nvSpPr>
        <p:spPr>
          <a:xfrm>
            <a:off x="8408213" y="2980944"/>
            <a:ext cx="286908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 de prueba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408213" y="3493008"/>
            <a:ext cx="286908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por dominio: cuentas, inventario, carrito, pedido, pago, despacho, suscripción, agenda e historia clínica.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413248"/>
            <a:ext cx="10911535" cy="768096"/>
          </a:xfrm>
          <a:prstGeom prst="roundRect">
            <a:avLst>
              <a:gd name="adj" fmla="val 5952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5413248"/>
            <a:ext cx="10289743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Además, un navegador recorre la aplicación levantada y las capturas anotadas se generan desde el DOM, señalando sobre cada control la regla que aplica.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resumen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necesidad identificada en el Paso 1, y dónde quedó resuelta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73936"/>
            <a:ext cx="10911535" cy="896112"/>
          </a:xfrm>
          <a:prstGeom prst="roundRect">
            <a:avLst>
              <a:gd name="adj" fmla="val 5102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50976" y="1773936"/>
            <a:ext cx="2286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necesidad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773936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en línea, ordenar la agenda y digitalizar la historia clínica de un negocio que operaba en papel.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798064"/>
            <a:ext cx="10911535" cy="896112"/>
          </a:xfrm>
          <a:prstGeom prst="roundRect">
            <a:avLst>
              <a:gd name="adj" fmla="val 5102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" y="2798064"/>
            <a:ext cx="2286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decisión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798064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a medida, no un gestor de contenidos: los requerimientos son transaccionales.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822192"/>
            <a:ext cx="10911535" cy="896112"/>
          </a:xfrm>
          <a:prstGeom prst="roundRect">
            <a:avLst>
              <a:gd name="adj" fmla="val 5102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3822192"/>
            <a:ext cx="2286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construido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822192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Laravel sobre PHP 8.2 y MySQL, con los módulos de los tres roles, cobro en línea y despacho automático.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10911535" cy="896112"/>
          </a:xfrm>
          <a:prstGeom prst="roundRect">
            <a:avLst>
              <a:gd name="adj" fmla="val 5102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" y="4846320"/>
            <a:ext cx="2286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prueba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846320"/>
            <a:ext cx="7863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 pruebas automatizadas contra base de datos real, y un recorrido de navegador sobre la aplicación.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0936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4  ·  Curso de E-business  ·  VetPet Surco E.I.R.L.  ·  Lima,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VetPet Surco E.I.R.L.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Paso 1. Identificar la necesidad - VetPet Connect</dc:title>
  <dc:subject>PptxGenJS Presentation</dc:subject>
  <dc:creator>Equipo 4 - Curso de E-business</dc:creator>
  <cp:lastModifiedBy>Equipo 4 - Curso de E-business</cp:lastModifiedBy>
  <cp:revision>1</cp:revision>
  <dcterms:created xsi:type="dcterms:W3CDTF">2026-09-29T00:58:59Z</dcterms:created>
  <dcterms:modified xsi:type="dcterms:W3CDTF">2026-09-29T00:58:59Z</dcterms:modified>
</cp:coreProperties>
</file>